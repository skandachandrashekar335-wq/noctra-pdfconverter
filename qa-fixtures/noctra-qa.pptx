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</p:presentation>
</file>

<file path=ppt/_rels/presentation.xml.rels>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>
  <p:cSld name="Title Slide">
    <p:spTree>
      <p:sp>
        <p:spPr>
          <a:solidFill>
            <a:srgbClr val="FFFFFF"/>
          </a:solidFill>
        </p:spPr>
      </p:sp>
    </p:spTree>
  </p:cSld>
</p:sldLayout>
</file>

<file path=ppt/slideMasters/_rels/slideMaster1.xml.rels>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txStyles>
        <p:titleStyle>
          <a:lvl1pPr>
            <a:defRPr sz="4400">
              <a:solidFill>
                <a:srgbClr val="000000"/>
              </a:solidFill>
            </a:defRPr>
          </a:lvl1pPr>
        </p:titleStyle>
      </p:txStyles>
    </p:spTree>
  </p:cSld>
  <p:sldLayoutIdLst>
    <p:sldLayoutId id="2147483649" r:id="rId1"/>
  </p:sldLayoutIdLst>
</p:sldMaster>
</file>

<file path=ppt/slides/_rels/slide1.xml.rels>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rPr lang="en-US">
                <a:solidFill>
                  <a:srgbClr val="000000"/>
                </a:solidFill>
              </a:rPr>
              <a:t>Noctra synthetic PPTX fixture</a:t>
            </a:r>
            <a:r>
              <a:rPr lang="en-US">
                <a:solidFill>
                  <a:srgbClr val="4F8FFF"/>
                </a:solidFill>
              </a:rPr>
              <a:t> · Editable slide text</a:t>
            </a:r>
          </a:p>
        </p:txBody>
      </p:sp>
    </p:spTree>
  </p:cSld>
</p:sld>
</file>

<file path=ppt/theme/theme1.xml><?xml version="1.0" encoding="utf-8"?>
<a:theme xmlns:a="http://schemas.openxmlformats.org/drawingml/2006/main" name="Noctra QA">
  <a:themeElements>
    <a:clrScheme name="Office">
      <a:dk1>
        <a:sysClr val="windowText" lastClr="000000"/>
      </a:dk1>
      <a:lt1>
        <a:sysClr val="window" lastClr="FFFFFF"/>
      </a:lt1>
      <a:accent1>
        <a:srgbClr val="4472C4"/>
      </a:accent1>
    </a:clrScheme>
  </a:themeElements>
</a:theme>
</file>